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</Relationships>
</file>

<file path=ppt/slides/_rels/slide1.xml.rels><?xml version="1.0" encoding="UTF-8" standalone="yes"?>
<Relationships xmlns="http://schemas.openxmlformats.org/package/2006/relationships"/>
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1" name="Title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Right Title</a:t>
            </a:r>
          </a:p>
        </p:txBody>
      </p:sp>
      <p:sp>
        <p:nvSpPr>
          <p:cNvPr id="2" name="Body"/>
          <p:cNvSpPr>
            <a:spLocks noGrp="1"/>
          </p:cNvSpPr>
          <p:nvPr/>
        </p:nvSpPr>
        <p:spPr/>
        <p:txBody>
          <a:bodyPr/>
          <a:p>
            <a:r>
              <a:t>Right slide body content.</a:t>
            </a:r>
          </a:p>
        </p:txBody>
      </p:sp>
    </p:spTree>
  </p:cSld>
</p:sld>
</file>